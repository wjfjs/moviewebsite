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5" r:id="rId5"/>
    <p:sldId id="266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embeddedFontLst>
    <p:embeddedFont>
      <p:font typeface="Franklin Gothic Book" panose="020B0503020102020204" pitchFamily="34" charset="0"/>
      <p:regular r:id="rId12"/>
      <p:italic r:id="rId13"/>
    </p:embeddedFont>
    <p:embeddedFont>
      <p:font typeface="나눔스퀘어 Light" panose="020B0600000101010101" pitchFamily="50" charset="-127"/>
      <p:regular r:id="rId14"/>
    </p:embeddedFont>
    <p:embeddedFont>
      <p:font typeface="나눔스퀘어라운드 Bold" panose="020B0600000101010101" pitchFamily="50" charset="-127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8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35B391-3526-2872-F6E4-9774198C87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MIS</a:t>
            </a:r>
            <a:br>
              <a:rPr lang="en-US" altLang="ko-KR" dirty="0"/>
            </a:br>
            <a:r>
              <a:rPr lang="ko-KR" altLang="en-US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영화 정보 사이트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0AF46EA-CFAF-9D88-587F-83B04D2D24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20191719 </a:t>
            </a:r>
            <a:r>
              <a:rPr lang="ko-KR" altLang="en-US" dirty="0" err="1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윤희혁</a:t>
            </a:r>
            <a:endParaRPr lang="ko-KR" altLang="en-US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517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7F873E-31E3-6BAD-C523-D307F25F8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60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C59A87-EB9B-6A7D-0349-26658BE9B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41120"/>
            <a:ext cx="9601200" cy="3581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MIS</a:t>
            </a:r>
            <a:r>
              <a:rPr lang="ko-KR" altLang="en-US" sz="40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소개</a:t>
            </a:r>
            <a:endParaRPr lang="en-US" altLang="ko-KR" sz="40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4000" dirty="0" err="1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만들게된</a:t>
            </a:r>
            <a:r>
              <a:rPr lang="ko-KR" altLang="en-US" sz="40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동기</a:t>
            </a:r>
            <a:endParaRPr lang="en-US" altLang="ko-KR" sz="40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40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아쉬운 점 </a:t>
            </a:r>
            <a:r>
              <a:rPr lang="en-US" altLang="ko-KR" sz="40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&amp;</a:t>
            </a:r>
            <a:r>
              <a:rPr lang="ko-KR" altLang="en-US" sz="40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추가 할 점</a:t>
            </a:r>
            <a:endParaRPr lang="en-US" altLang="ko-KR" sz="40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40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참고 사이트</a:t>
            </a:r>
            <a:endParaRPr lang="en-US" altLang="ko-KR" sz="40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40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MIS </a:t>
            </a:r>
            <a:r>
              <a:rPr lang="ko-KR" altLang="en-US" sz="40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링크</a:t>
            </a:r>
            <a:endParaRPr lang="en-US" altLang="ko-KR" sz="40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5610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EB88E-D922-4F87-6686-779923B6E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614" y="114300"/>
            <a:ext cx="9818370" cy="891540"/>
          </a:xfrm>
        </p:spPr>
        <p:txBody>
          <a:bodyPr/>
          <a:lstStyle/>
          <a:p>
            <a:r>
              <a:rPr lang="en-US" altLang="ko-KR" sz="4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MIS</a:t>
            </a:r>
            <a:r>
              <a:rPr lang="ko-KR" altLang="en-US" sz="4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소개</a:t>
            </a:r>
            <a:endParaRPr lang="en-US" altLang="ko-KR" sz="4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A5C43B-45C5-7C66-178C-1B382B3061B9}"/>
              </a:ext>
            </a:extLst>
          </p:cNvPr>
          <p:cNvSpPr txBox="1"/>
          <p:nvPr/>
        </p:nvSpPr>
        <p:spPr>
          <a:xfrm>
            <a:off x="1110614" y="1005840"/>
            <a:ext cx="1093089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/>
              <a:t>▪  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MIS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는 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Movie Information Site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의 약자이며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인터넷에 있는 여러 영화 정보를 한곳에 모은 영화 정보 사이트이다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.</a:t>
            </a:r>
          </a:p>
          <a:p>
            <a:endParaRPr lang="en-US" altLang="ko-KR" sz="2800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r>
              <a:rPr lang="en-US" altLang="ko-KR" sz="2800" dirty="0"/>
              <a:t>▪  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MIS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의 주 목적은 보고싶은 영화가 있으면 그 영화를 검색만 해도 관련 예고편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평점과 리뷰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상영중인 플랫폼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관련 배우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관련 기사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개봉일 등 의 정보를 한눈에 볼 수 있게 할 것이다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.</a:t>
            </a:r>
          </a:p>
          <a:p>
            <a:endParaRPr lang="en-US" altLang="ko-KR" sz="2800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r>
              <a:rPr lang="en-US" altLang="ko-KR" sz="2800" dirty="0"/>
              <a:t>▪  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MIS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는 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Rotten Tomatoes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와 </a:t>
            </a:r>
            <a:r>
              <a:rPr lang="en-US" altLang="ko-KR" sz="2800" dirty="0" err="1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Metacriic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사이트를 주된 평가 사이트로 정하였다 그 이유는 </a:t>
            </a:r>
            <a:r>
              <a:rPr lang="ko-KR" altLang="en-US" sz="2800" dirty="0" err="1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로튼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토마토는 온라인기준으로 평론가와 일반인의 평론리뷰를 알기 쉽게 통합해 표현해서 이고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ko-KR" altLang="en-US" sz="2800" dirty="0" err="1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메타크리틱은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매체를 통해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평론가와 유저들의 리뷰를 통계해서 표현해서 두 사이트를 기준으로 정하였다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.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  <a:endParaRPr lang="en-US" altLang="ko-KR" sz="2800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4041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EB88E-D922-4F87-6686-779923B6E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614" y="114300"/>
            <a:ext cx="9818370" cy="891540"/>
          </a:xfrm>
        </p:spPr>
        <p:txBody>
          <a:bodyPr/>
          <a:lstStyle/>
          <a:p>
            <a:r>
              <a:rPr lang="en-US" altLang="ko-KR" sz="4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MIS</a:t>
            </a:r>
            <a:r>
              <a:rPr lang="ko-KR" altLang="en-US" sz="4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소개</a:t>
            </a:r>
            <a:endParaRPr lang="en-US" altLang="ko-KR" sz="4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A5C43B-45C5-7C66-178C-1B382B3061B9}"/>
              </a:ext>
            </a:extLst>
          </p:cNvPr>
          <p:cNvSpPr txBox="1"/>
          <p:nvPr/>
        </p:nvSpPr>
        <p:spPr>
          <a:xfrm>
            <a:off x="1110614" y="896522"/>
            <a:ext cx="10930891" cy="5847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▪ 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홈과 평론리뷰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영화 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카테고리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추천은 관련 사이트를 빠르게 볼 수 있게 상단에 만들었으며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드롭다운 형식으로 마우스를 올리면 관련 페이지들을 나열 했다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.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추천은 추천하는 영화를 랜덤으로 창에 띄우게끔 할 것이다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.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  <a:endParaRPr lang="en-US" altLang="ko-KR" sz="2800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2800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▪ 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포스터 사진이나 영화 제목을 클릭하면 해당 영화 정보로 이동하며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토마토와 </a:t>
            </a:r>
            <a:r>
              <a:rPr lang="ko-KR" altLang="en-US" sz="2800" dirty="0" err="1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메타크리틱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아이콘을 클릭하면 해당 영화의 평점과 정보를 팝업창으로 볼 수 있다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.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영화 정보페이지 에서는 해당 영화의 예고편과 줄거리 정보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평점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출연진을 한눈에 볼 수 있으며 출연진을 클릭 하면 관련 사이트로 이동한다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9022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EB88E-D922-4F87-6686-779923B6E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614" y="114300"/>
            <a:ext cx="9818370" cy="891540"/>
          </a:xfrm>
        </p:spPr>
        <p:txBody>
          <a:bodyPr/>
          <a:lstStyle/>
          <a:p>
            <a:r>
              <a:rPr lang="en-US" altLang="ko-KR" sz="4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MIS</a:t>
            </a:r>
            <a:r>
              <a:rPr lang="ko-KR" altLang="en-US" sz="4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소개</a:t>
            </a:r>
            <a:endParaRPr lang="en-US" altLang="ko-KR" sz="4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A5C43B-45C5-7C66-178C-1B382B3061B9}"/>
              </a:ext>
            </a:extLst>
          </p:cNvPr>
          <p:cNvSpPr txBox="1"/>
          <p:nvPr/>
        </p:nvSpPr>
        <p:spPr>
          <a:xfrm>
            <a:off x="1110614" y="1005840"/>
            <a:ext cx="10930891" cy="4554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▪ 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영화뉴스와 각 사이트 아이콘을 누르면 해당 사이트와 영화의 순위를 볼 수 있고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그 사이에는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  <a:r>
              <a:rPr lang="en-US" altLang="ko-KR" sz="2800" dirty="0" err="1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iframe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태그를 이용해서 </a:t>
            </a:r>
            <a:r>
              <a:rPr lang="ko-KR" altLang="en-US" sz="2800" dirty="0" err="1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영화을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볼 수 있게 하였고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계속해서 다른 영상이 나오게끔 할 것이다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800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▪ 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우측 하단에 있는 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up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을 누르게 되면 맨 위로 올라갈 수 있다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800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▪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카테고리는 모든 자료를 순서대로 </a:t>
            </a:r>
            <a:r>
              <a:rPr lang="ko-KR" altLang="en-US" sz="2800" dirty="0" err="1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나열해놓았다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1736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EB88E-D922-4F87-6686-779923B6E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430" y="125730"/>
            <a:ext cx="9818370" cy="891540"/>
          </a:xfrm>
        </p:spPr>
        <p:txBody>
          <a:bodyPr/>
          <a:lstStyle/>
          <a:p>
            <a:r>
              <a:rPr lang="ko-KR" altLang="en-US" sz="4400" dirty="0" err="1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만들게된</a:t>
            </a:r>
            <a:r>
              <a:rPr lang="ko-KR" altLang="en-US" sz="4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동기</a:t>
            </a:r>
            <a:endParaRPr lang="en-US" altLang="ko-KR" sz="4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A5C43B-45C5-7C66-178C-1B382B3061B9}"/>
              </a:ext>
            </a:extLst>
          </p:cNvPr>
          <p:cNvSpPr txBox="1"/>
          <p:nvPr/>
        </p:nvSpPr>
        <p:spPr>
          <a:xfrm>
            <a:off x="1263015" y="1198364"/>
            <a:ext cx="9601199" cy="388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▪  MIS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를 만들게 된 이유는 영화에 관심이 많고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영화의 평과 예고편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다른 사람들의 리뷰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관련 영화 정보를 한눈에 볼 수 있는 사이트를 만들면 편리할거 같아서 정했고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실제 웹 사이트처럼 만들면 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html, CSS, JS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를 활용 해가면서 웹 구조에 대한 이해와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수업에서 </a:t>
            </a:r>
            <a:r>
              <a:rPr lang="ko-KR" altLang="en-US" sz="2800" dirty="0" err="1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배운것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들을 잘 활용할 수 </a:t>
            </a:r>
            <a:r>
              <a:rPr lang="ko-KR" altLang="en-US" sz="2800" dirty="0" err="1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있을거라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생각 했기에 해당 사이트를 만들게 되었습니다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850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EB88E-D922-4F87-6686-779923B6E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430" y="125730"/>
            <a:ext cx="9818370" cy="89154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sz="4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아쉬운 점 </a:t>
            </a:r>
            <a:r>
              <a:rPr lang="en-US" altLang="ko-KR" sz="4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&amp;</a:t>
            </a:r>
            <a:r>
              <a:rPr lang="ko-KR" altLang="en-US" sz="4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추가 할 점</a:t>
            </a:r>
            <a:endParaRPr lang="en-US" altLang="ko-KR" sz="4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A5C43B-45C5-7C66-178C-1B382B3061B9}"/>
              </a:ext>
            </a:extLst>
          </p:cNvPr>
          <p:cNvSpPr txBox="1"/>
          <p:nvPr/>
        </p:nvSpPr>
        <p:spPr>
          <a:xfrm>
            <a:off x="1263015" y="1198364"/>
            <a:ext cx="9601199" cy="4562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▪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아직 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JS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를 제대로 활용 하지 못해서 여러 버튼의 기능과 랜덤 출력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검색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로그인 및 회원가입 기능을 구현하지 못한 것과 여러 정보들을 수동으로 바꾸어야 하는 것이 아쉬웠다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800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▪ MIS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를 만들면서 구조배치에 어려움을 많이 느꼈다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800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▪ </a:t>
            </a:r>
            <a:r>
              <a:rPr lang="ko-KR" altLang="en-US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검색을 통해 원하는 정보로 이동할 수 있도록 할 것이다</a:t>
            </a: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9539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EB88E-D922-4F87-6686-779923B6E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430" y="125730"/>
            <a:ext cx="9818370" cy="89154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sz="4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참고 사이트</a:t>
            </a:r>
            <a:endParaRPr lang="en-US" altLang="ko-KR" sz="4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A5C43B-45C5-7C66-178C-1B382B3061B9}"/>
              </a:ext>
            </a:extLst>
          </p:cNvPr>
          <p:cNvSpPr txBox="1"/>
          <p:nvPr/>
        </p:nvSpPr>
        <p:spPr>
          <a:xfrm>
            <a:off x="1219200" y="895610"/>
            <a:ext cx="9601199" cy="563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&lt;</a:t>
            </a:r>
            <a:r>
              <a:rPr lang="ko-KR" altLang="en-US" sz="2400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디자인 참고</a:t>
            </a:r>
            <a:r>
              <a:rPr lang="en-US" altLang="ko-KR" sz="2400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ko-KR" altLang="en-US" sz="2000" dirty="0" err="1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로튼토마토</a:t>
            </a:r>
            <a:r>
              <a:rPr lang="ko-KR" altLang="en-US" sz="20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사이트 </a:t>
            </a:r>
            <a:r>
              <a:rPr lang="en-US" altLang="ko-KR" sz="20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: https://www.rottentomatoes.com/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다음영화 사이트 </a:t>
            </a:r>
            <a:r>
              <a:rPr lang="en-US" altLang="ko-KR" sz="20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: https://movie.daum.net/main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이미지들 </a:t>
            </a:r>
            <a:r>
              <a:rPr lang="en-US" altLang="ko-KR" sz="20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: </a:t>
            </a:r>
            <a:r>
              <a:rPr lang="ko-KR" altLang="en-US" sz="20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나무위키</a:t>
            </a:r>
            <a:r>
              <a:rPr lang="en-US" altLang="ko-KR" sz="20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ko-KR" altLang="en-US" sz="20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구글 검색</a:t>
            </a:r>
            <a:r>
              <a:rPr lang="en-US" altLang="ko-KR" sz="20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&lt;</a:t>
            </a:r>
            <a:r>
              <a:rPr lang="ko-KR" altLang="en-US" sz="2400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참고 사이트</a:t>
            </a:r>
            <a:r>
              <a:rPr lang="en-US" altLang="ko-KR" sz="2400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드롭다운 </a:t>
            </a:r>
            <a:r>
              <a:rPr lang="en-US" altLang="ko-KR" sz="14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: https://kuzuro.blogspot.com/2018/08/htmlcss.html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 err="1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새창</a:t>
            </a:r>
            <a:r>
              <a:rPr lang="ko-KR" altLang="en-US" sz="1400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사이즈 조절 </a:t>
            </a:r>
            <a:r>
              <a:rPr lang="en-US" altLang="ko-KR" sz="14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: https://warlock.tistory.com/entry/href-%EC%83%88%EC%B0%BD%EC%9C%BC%EB%A1%9C-%EC%97%B4-%EB%95%8C-%EC%82%AC%EC%9D%B4%EC%A6%88-%EC%A1%B0%EC%A0%88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hide &amp; show : https://www.w3schools.com/howto/howto_js_toggle_hide_show.asp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대체 이미지 </a:t>
            </a:r>
            <a:r>
              <a:rPr lang="en-US" altLang="ko-KR" sz="14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: https://bmangrok.tistory.com/entry/Javascript-%EC%9D%B4%EB%AF%B8%EC%A7%80%EA%B0%80-%EC%97%86%EC%9D%84-%EA%B2%BD%EC%9A%B0-alt%EB%A9%94%EC%84%B8%EC%A7%80-%EB%8C%80%EC%8B%A0%EC%97%90-%EB%8C%80%EC%B2%B4-%EC%9D%B4%EB%AF%B8%EC%A7%80-%EC%B6%9C%EB%A0%A5%ED%95%98%EA%B8%B0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뉴스사이트</a:t>
            </a:r>
            <a:r>
              <a:rPr lang="en-US" altLang="ko-KR" sz="1400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: </a:t>
            </a:r>
            <a:r>
              <a:rPr lang="ko-KR" altLang="en-US" sz="1400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다음영화뉴스 사이트</a:t>
            </a:r>
            <a:r>
              <a:rPr lang="en-US" altLang="ko-KR" sz="14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: https://movie.daum.net/contents/news</a:t>
            </a:r>
          </a:p>
        </p:txBody>
      </p:sp>
    </p:spTree>
    <p:extLst>
      <p:ext uri="{BB962C8B-B14F-4D97-AF65-F5344CB8AC3E}">
        <p14:creationId xmlns:p14="http://schemas.microsoft.com/office/powerpoint/2010/main" val="4255907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EB88E-D922-4F87-6686-779923B6E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430" y="125730"/>
            <a:ext cx="9818370" cy="89154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4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MIS </a:t>
            </a:r>
            <a:r>
              <a:rPr lang="ko-KR" altLang="en-US" sz="4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링크</a:t>
            </a:r>
            <a:endParaRPr lang="en-US" altLang="ko-KR" sz="4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A5C43B-45C5-7C66-178C-1B382B3061B9}"/>
              </a:ext>
            </a:extLst>
          </p:cNvPr>
          <p:cNvSpPr txBox="1"/>
          <p:nvPr/>
        </p:nvSpPr>
        <p:spPr>
          <a:xfrm>
            <a:off x="1371601" y="2455664"/>
            <a:ext cx="9601199" cy="676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http://dbsgmlgur3.dothome.co.kr/main.html</a:t>
            </a:r>
          </a:p>
        </p:txBody>
      </p:sp>
    </p:spTree>
    <p:extLst>
      <p:ext uri="{BB962C8B-B14F-4D97-AF65-F5344CB8AC3E}">
        <p14:creationId xmlns:p14="http://schemas.microsoft.com/office/powerpoint/2010/main" val="3991641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A5C43B-45C5-7C66-178C-1B382B3061B9}"/>
              </a:ext>
            </a:extLst>
          </p:cNvPr>
          <p:cNvSpPr txBox="1"/>
          <p:nvPr/>
        </p:nvSpPr>
        <p:spPr>
          <a:xfrm>
            <a:off x="3343275" y="2752468"/>
            <a:ext cx="5505450" cy="10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4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감사합니다</a:t>
            </a:r>
            <a:r>
              <a:rPr lang="en-US" altLang="ko-KR" sz="4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599617377"/>
      </p:ext>
    </p:extLst>
  </p:cSld>
  <p:clrMapOvr>
    <a:masterClrMapping/>
  </p:clrMapOvr>
</p:sld>
</file>

<file path=ppt/theme/theme1.xml><?xml version="1.0" encoding="utf-8"?>
<a:theme xmlns:a="http://schemas.openxmlformats.org/drawingml/2006/main" name="자르기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자르기</Template>
  <TotalTime>169</TotalTime>
  <Words>700</Words>
  <Application>Microsoft Office PowerPoint</Application>
  <PresentationFormat>와이드스크린</PresentationFormat>
  <Paragraphs>46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나눔스퀘어라운드 Bold</vt:lpstr>
      <vt:lpstr>나눔스퀘어 Light</vt:lpstr>
      <vt:lpstr>Franklin Gothic Book</vt:lpstr>
      <vt:lpstr>자르기</vt:lpstr>
      <vt:lpstr>MIS 영화 정보 사이트</vt:lpstr>
      <vt:lpstr>목차</vt:lpstr>
      <vt:lpstr>MIS 소개</vt:lpstr>
      <vt:lpstr>MIS 소개</vt:lpstr>
      <vt:lpstr>MIS 소개</vt:lpstr>
      <vt:lpstr>만들게된 동기</vt:lpstr>
      <vt:lpstr>아쉬운 점 &amp; 추가 할 점</vt:lpstr>
      <vt:lpstr>참고 사이트</vt:lpstr>
      <vt:lpstr>MIS 링크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 영화 정보 사이트</dc:title>
  <dc:creator>윤 희혁</dc:creator>
  <cp:lastModifiedBy>윤 희혁</cp:lastModifiedBy>
  <cp:revision>27</cp:revision>
  <dcterms:created xsi:type="dcterms:W3CDTF">2022-06-22T08:10:08Z</dcterms:created>
  <dcterms:modified xsi:type="dcterms:W3CDTF">2022-06-22T15:10:12Z</dcterms:modified>
</cp:coreProperties>
</file>